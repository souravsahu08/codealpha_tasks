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1593A-D31B-418E-AD1D-85BBEEC78FBE}" v="18" dt="2026-05-27T08:43:03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4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4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4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5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1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9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6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4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2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90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5484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55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3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49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69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7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64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169" y="392192"/>
            <a:ext cx="8874843" cy="2380505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Task-2(code alpha)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sz="4400" dirty="0">
                <a:latin typeface="Algerian" panose="04020705040A02060702" pitchFamily="82" charset="0"/>
              </a:rPr>
              <a:t>Title</a:t>
            </a:r>
            <a:r>
              <a:rPr lang="en-US" sz="4400" dirty="0">
                <a:latin typeface="Algerian" panose="04020705040A02060702" pitchFamily="82" charset="0"/>
              </a:rPr>
              <a:t> –PHISHING Awareness Training</a:t>
            </a:r>
            <a:endParaRPr sz="44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4492" y="4591666"/>
            <a:ext cx="7186177" cy="2025444"/>
          </a:xfrm>
        </p:spPr>
        <p:txBody>
          <a:bodyPr>
            <a:noAutofit/>
          </a:bodyPr>
          <a:lstStyle/>
          <a:p>
            <a:pPr algn="l"/>
            <a:r>
              <a:rPr sz="2800" dirty="0">
                <a:latin typeface="Bahnschrift Light" panose="020B0502040204020203" pitchFamily="34" charset="0"/>
              </a:rPr>
              <a:t>Prepared by </a:t>
            </a:r>
            <a:r>
              <a:rPr lang="en-US" sz="2800" dirty="0">
                <a:latin typeface="Bahnschrift Light" panose="020B0502040204020203" pitchFamily="34" charset="0"/>
              </a:rPr>
              <a:t>Sourav Sahu</a:t>
            </a:r>
          </a:p>
          <a:p>
            <a:pPr algn="l"/>
            <a:r>
              <a:rPr sz="2800" dirty="0">
                <a:latin typeface="Bahnschrift Light" panose="020B0502040204020203" pitchFamily="34" charset="0"/>
              </a:rPr>
              <a:t>May </a:t>
            </a:r>
            <a:r>
              <a:rPr lang="en-US" sz="2800" dirty="0">
                <a:latin typeface="Bahnschrift Light" panose="020B0502040204020203" pitchFamily="34" charset="0"/>
              </a:rPr>
              <a:t>28/05/</a:t>
            </a:r>
            <a:r>
              <a:rPr sz="2800" dirty="0">
                <a:latin typeface="Bahnschrift Light" panose="020B0502040204020203" pitchFamily="34" charset="0"/>
              </a:rPr>
              <a:t>2026</a:t>
            </a:r>
            <a:endParaRPr lang="en-US" sz="2800" dirty="0">
              <a:latin typeface="Bahnschrift Light" panose="020B0502040204020203" pitchFamily="34" charset="0"/>
            </a:endParaRPr>
          </a:p>
          <a:p>
            <a:pPr algn="l"/>
            <a:r>
              <a:rPr lang="en-IN" sz="2800" dirty="0">
                <a:latin typeface="Bahnschrift Light" panose="020B0502040204020203" pitchFamily="34" charset="0"/>
              </a:rPr>
              <a:t>GUIDED BY CODEALPHA</a:t>
            </a:r>
            <a:endParaRPr sz="28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374060"/>
            <a:ext cx="7055380" cy="140053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5" y="1885776"/>
            <a:ext cx="8452812" cy="444619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cyber attack used to steal usernames, passwords, bank details, and personal information through fake emails, websites, or messages.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44E3B-364C-5BAD-92CD-4240D738F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942" y="3687096"/>
            <a:ext cx="5291219" cy="2883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052925"/>
            <a:ext cx="8197173" cy="43523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Imprint MT Shadow" panose="04020605060303030202" pitchFamily="82" charset="0"/>
              </a:rPr>
              <a:t>•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Phishing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SMS Phishing (Smishing)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Voice Phishing (Vishing)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Fake Websites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Phishing(Fake Account)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 Phishing(Duplicate Email)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Signs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216" y="1964436"/>
            <a:ext cx="7569048" cy="30403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• Spelling mistakes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• Urgent messages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• Unknown links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• Fake login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Real 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883681" cy="446586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bank emails often ask users to click a login link and enter banking credentials on fraudulent websites.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fake job offer phishing scam is a fraudulent recruitment attempt where attackers impersonate companies or recruiters to collect personal information or money from job seekers through fake employment offers.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How to Stay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8001668" cy="43523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•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sender identity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Avoid suspicious links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Two-Factor Authentication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strong passwords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antivirus and software updated.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files only from trusted sources.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suspicious emails or websites immediately.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166" y="1853248"/>
            <a:ext cx="8001668" cy="43523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Attack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method used by cybercriminals to manipulate people into revealing confidential information such as passwords, OTPs, bank details, or company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 manipulate fear, urgency, rewards, and trust to trick victims into revealing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755861" cy="25190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Should you click unknown email links?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Is it safe to share OTPs?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Should you verify website URLs?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837" y="315067"/>
            <a:ext cx="7055380" cy="1400530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795191" cy="24502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alert. Think before clicking.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starts with awareness.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passwords and 2FA improve account security.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47</TotalTime>
  <Words>293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Bahnschrift Light</vt:lpstr>
      <vt:lpstr>Imprint MT Shadow</vt:lpstr>
      <vt:lpstr>Times New Roman</vt:lpstr>
      <vt:lpstr>Trebuchet MS</vt:lpstr>
      <vt:lpstr>Wingdings</vt:lpstr>
      <vt:lpstr>Berlin</vt:lpstr>
      <vt:lpstr>Task-2(code alpha) Title –PHISHING Awareness Training</vt:lpstr>
      <vt:lpstr>What is Phishing?</vt:lpstr>
      <vt:lpstr>Types of Phishing</vt:lpstr>
      <vt:lpstr>Signs of Phishing</vt:lpstr>
      <vt:lpstr>Real World Example</vt:lpstr>
      <vt:lpstr>How to Stay Safe</vt:lpstr>
      <vt:lpstr>Social Engineering</vt:lpstr>
      <vt:lpstr>Quick Quiz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Sourav</dc:creator>
  <cp:keywords/>
  <dc:description>generated using python-pptx</dc:description>
  <cp:lastModifiedBy>souravsrv00007@gmail.com</cp:lastModifiedBy>
  <cp:revision>2</cp:revision>
  <dcterms:created xsi:type="dcterms:W3CDTF">2013-01-27T09:14:16Z</dcterms:created>
  <dcterms:modified xsi:type="dcterms:W3CDTF">2026-06-30T08:50:11Z</dcterms:modified>
  <cp:category/>
</cp:coreProperties>
</file>